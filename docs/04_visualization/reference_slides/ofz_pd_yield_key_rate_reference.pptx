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4392" r:id="rId1"/>
  </p:sldMasterIdLst>
  <p:notesMasterIdLst>
    <p:notesMasterId r:id="rId3"/>
  </p:notesMasterIdLst>
  <p:sldIdLst>
    <p:sldId id="422" r:id="rId2"/>
  </p:sldIdLst>
  <p:sldSz cx="10691813" cy="7559675"/>
  <p:notesSz cx="6735763" cy="9866313"/>
  <p:defaultTextStyle>
    <a:defPPr>
      <a:defRPr lang="ru-RU"/>
    </a:defPPr>
    <a:lvl1pPr marL="0" algn="l" defTabSz="90179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0912" algn="l" defTabSz="90179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01795" algn="l" defTabSz="90179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52672" algn="l" defTabSz="90179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03546" algn="l" defTabSz="90179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54435" algn="l" defTabSz="90179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05296" algn="l" defTabSz="90179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156216" algn="l" defTabSz="90179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07073" algn="l" defTabSz="90179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" userDrawn="1">
          <p15:clr>
            <a:srgbClr val="A4A3A4"/>
          </p15:clr>
        </p15:guide>
        <p15:guide id="2" pos="170" userDrawn="1">
          <p15:clr>
            <a:srgbClr val="A4A3A4"/>
          </p15:clr>
        </p15:guide>
        <p15:guide id="3" pos="6588" userDrawn="1">
          <p15:clr>
            <a:srgbClr val="A4A3A4"/>
          </p15:clr>
        </p15:guide>
        <p15:guide id="4" orient="horz" pos="4672" userDrawn="1">
          <p15:clr>
            <a:srgbClr val="A4A3A4"/>
          </p15:clr>
        </p15:guide>
        <p15:guide id="5" orient="horz" pos="114">
          <p15:clr>
            <a:srgbClr val="A4A3A4"/>
          </p15:clr>
        </p15:guide>
        <p15:guide id="6" pos="16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DBDB"/>
    <a:srgbClr val="001648"/>
    <a:srgbClr val="BB88EF"/>
    <a:srgbClr val="FF5D50"/>
    <a:srgbClr val="58AFA1"/>
    <a:srgbClr val="527BF1"/>
    <a:srgbClr val="CCEDFB"/>
    <a:srgbClr val="7BC9F9"/>
    <a:srgbClr val="E4D935"/>
    <a:srgbClr val="0066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56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317" y="72"/>
      </p:cViewPr>
      <p:guideLst>
        <p:guide orient="horz" pos="113"/>
        <p:guide pos="170"/>
        <p:guide pos="6588"/>
        <p:guide orient="horz" pos="4672"/>
        <p:guide orient="horz" pos="114"/>
        <p:guide pos="16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5" Type="http://schemas.openxmlformats.org/officeDocument/2006/relationships/chartUserShapes" Target="../drawings/drawing1.xml"/><Relationship Id="rId4" Type="http://schemas.openxmlformats.org/officeDocument/2006/relationships/package" Target="../embeddings/____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Лист1!$A$36</c:f>
              <c:strCache>
                <c:ptCount val="1"/>
                <c:pt idx="0">
                  <c:v>Максимальная доходность ОФЗ-ПД</c:v>
                </c:pt>
              </c:strCache>
            </c:strRef>
          </c:tx>
          <c:spPr>
            <a:ln w="28575" cap="rnd">
              <a:solidFill>
                <a:srgbClr val="FF5D50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19050">
                <a:solidFill>
                  <a:srgbClr val="FF5D50"/>
                </a:solidFill>
              </a:ln>
              <a:effectLst/>
            </c:spPr>
          </c:marker>
          <c:dLbls>
            <c:dLbl>
              <c:idx val="4"/>
              <c:layout>
                <c:manualLayout>
                  <c:x val="-3.6044144955036043E-2"/>
                  <c:y val="-4.187096927813797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4-7227-47F3-ADFF-AAE5BEAF3DA2}"/>
                </c:ext>
              </c:extLst>
            </c:dLbl>
            <c:dLbl>
              <c:idx val="8"/>
              <c:layout>
                <c:manualLayout>
                  <c:x val="-3.5736111111111114E-2"/>
                  <c:y val="-6.391478029294274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0-7227-47F3-ADFF-AAE5BEAF3DA2}"/>
                </c:ext>
              </c:extLst>
            </c:dLbl>
            <c:dLbl>
              <c:idx val="10"/>
              <c:layout>
                <c:manualLayout>
                  <c:x val="-2.9083288709251306E-2"/>
                  <c:y val="-3.954480431824138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B-7227-47F3-ADFF-AAE5BEAF3DA2}"/>
                </c:ext>
              </c:extLst>
            </c:dLbl>
            <c:dLbl>
              <c:idx val="11"/>
              <c:layout>
                <c:manualLayout>
                  <c:x val="-3.4264187179478711E-2"/>
                  <c:y val="-3.256630943855169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D-7227-47F3-ADFF-AAE5BEAF3DA2}"/>
                </c:ext>
              </c:extLst>
            </c:dLbl>
            <c:dLbl>
              <c:idx val="13"/>
              <c:layout>
                <c:manualLayout>
                  <c:x val="-3.044999194614156E-2"/>
                  <c:y val="-2.558781455886204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E-7227-47F3-ADFF-AAE5BEAF3DA2}"/>
                </c:ext>
              </c:extLst>
            </c:dLbl>
            <c:dLbl>
              <c:idx val="14"/>
              <c:layout>
                <c:manualLayout>
                  <c:x val="-2.9750722820029843E-2"/>
                  <c:y val="-5.815412399741378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7-7227-47F3-ADFF-AAE5BEAF3DA2}"/>
                </c:ext>
              </c:extLst>
            </c:dLbl>
            <c:dLbl>
              <c:idx val="18"/>
              <c:layout>
                <c:manualLayout>
                  <c:x val="-2.9120529670584677E-2"/>
                  <c:y val="-2.885983116071968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7227-47F3-ADFF-AAE5BEAF3DA2}"/>
                </c:ext>
              </c:extLst>
            </c:dLbl>
            <c:dLbl>
              <c:idx val="20"/>
              <c:layout>
                <c:manualLayout>
                  <c:x val="-3.1788276465441918E-2"/>
                  <c:y val="-4.172214824678206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7227-47F3-ADFF-AAE5BEAF3DA2}"/>
                </c:ext>
              </c:extLst>
            </c:dLbl>
            <c:dLbl>
              <c:idx val="21"/>
              <c:layout>
                <c:manualLayout>
                  <c:x val="-2.7669033169583225E-2"/>
                  <c:y val="-2.190697904436756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7227-47F3-ADFF-AAE5BEAF3DA2}"/>
                </c:ext>
              </c:extLst>
            </c:dLbl>
            <c:dLbl>
              <c:idx val="22"/>
              <c:layout>
                <c:manualLayout>
                  <c:x val="-2.8768041969362102E-2"/>
                  <c:y val="-2.316420709828321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4-7227-47F3-ADFF-AAE5BEAF3DA2}"/>
                </c:ext>
              </c:extLst>
            </c:dLbl>
            <c:dLbl>
              <c:idx val="23"/>
              <c:layout>
                <c:manualLayout>
                  <c:x val="-8.9387317110091249E-3"/>
                  <c:y val="-2.7816537018076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7227-47F3-ADFF-AAE5BEAF3DA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FF5D50"/>
                    </a:solidFill>
                    <a:latin typeface="Golos Text" panose="020B0503020202020204" pitchFamily="34" charset="-52"/>
                    <a:ea typeface="+mn-ea"/>
                    <a:cs typeface="Golos Text" panose="020B0503020202020204" pitchFamily="34" charset="-52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numRef>
              <c:f>Лист1!$B$35:$Y$35</c:f>
              <c:numCache>
                <c:formatCode>mmm\-yy</c:formatCode>
                <c:ptCount val="24"/>
                <c:pt idx="0">
                  <c:v>45292</c:v>
                </c:pt>
                <c:pt idx="1">
                  <c:v>45323</c:v>
                </c:pt>
                <c:pt idx="2">
                  <c:v>45352</c:v>
                </c:pt>
                <c:pt idx="3">
                  <c:v>45383</c:v>
                </c:pt>
                <c:pt idx="4">
                  <c:v>45413</c:v>
                </c:pt>
                <c:pt idx="5">
                  <c:v>45444</c:v>
                </c:pt>
                <c:pt idx="6">
                  <c:v>45474</c:v>
                </c:pt>
                <c:pt idx="7">
                  <c:v>45505</c:v>
                </c:pt>
                <c:pt idx="8">
                  <c:v>45536</c:v>
                </c:pt>
                <c:pt idx="9">
                  <c:v>45566</c:v>
                </c:pt>
                <c:pt idx="10">
                  <c:v>45597</c:v>
                </c:pt>
                <c:pt idx="11">
                  <c:v>45627</c:v>
                </c:pt>
                <c:pt idx="12">
                  <c:v>45658</c:v>
                </c:pt>
                <c:pt idx="13">
                  <c:v>45689</c:v>
                </c:pt>
                <c:pt idx="14">
                  <c:v>45717</c:v>
                </c:pt>
                <c:pt idx="15">
                  <c:v>45748</c:v>
                </c:pt>
                <c:pt idx="16">
                  <c:v>45778</c:v>
                </c:pt>
                <c:pt idx="17">
                  <c:v>45809</c:v>
                </c:pt>
                <c:pt idx="18">
                  <c:v>45839</c:v>
                </c:pt>
                <c:pt idx="19">
                  <c:v>45870</c:v>
                </c:pt>
                <c:pt idx="20">
                  <c:v>45901</c:v>
                </c:pt>
                <c:pt idx="21">
                  <c:v>45931</c:v>
                </c:pt>
                <c:pt idx="22">
                  <c:v>45962</c:v>
                </c:pt>
                <c:pt idx="23">
                  <c:v>45992</c:v>
                </c:pt>
              </c:numCache>
            </c:numRef>
          </c:cat>
          <c:val>
            <c:numRef>
              <c:f>Лист1!$B$36:$Y$36</c:f>
              <c:numCache>
                <c:formatCode>_(* #,##0.00_);_(* \(#,##0.00\);_(* "-"??_);_(@_)</c:formatCode>
                <c:ptCount val="24"/>
                <c:pt idx="0">
                  <c:v>12.28</c:v>
                </c:pt>
                <c:pt idx="1">
                  <c:v>12.73</c:v>
                </c:pt>
                <c:pt idx="2">
                  <c:v>13.55</c:v>
                </c:pt>
                <c:pt idx="3">
                  <c:v>13.8</c:v>
                </c:pt>
                <c:pt idx="4">
                  <c:v>14.3</c:v>
                </c:pt>
                <c:pt idx="5">
                  <c:v>15.34</c:v>
                </c:pt>
                <c:pt idx="6">
                  <c:v>15.65</c:v>
                </c:pt>
                <c:pt idx="7">
                  <c:v>16.16</c:v>
                </c:pt>
                <c:pt idx="8">
                  <c:v>16.53</c:v>
                </c:pt>
                <c:pt idx="9">
                  <c:v>18.420000000000002</c:v>
                </c:pt>
                <c:pt idx="10">
                  <c:v>17.559999999999999</c:v>
                </c:pt>
                <c:pt idx="11">
                  <c:v>17.5</c:v>
                </c:pt>
                <c:pt idx="12">
                  <c:v>17.03</c:v>
                </c:pt>
                <c:pt idx="13">
                  <c:v>17.489999999999998</c:v>
                </c:pt>
                <c:pt idx="14">
                  <c:v>16.2</c:v>
                </c:pt>
                <c:pt idx="15">
                  <c:v>16.43</c:v>
                </c:pt>
                <c:pt idx="16">
                  <c:v>16.440000000000001</c:v>
                </c:pt>
                <c:pt idx="17">
                  <c:v>15.49</c:v>
                </c:pt>
                <c:pt idx="18">
                  <c:v>15.03</c:v>
                </c:pt>
                <c:pt idx="19">
                  <c:v>14.42</c:v>
                </c:pt>
                <c:pt idx="20">
                  <c:v>14.84</c:v>
                </c:pt>
                <c:pt idx="21">
                  <c:v>15.38</c:v>
                </c:pt>
                <c:pt idx="22">
                  <c:v>14.95</c:v>
                </c:pt>
                <c:pt idx="23">
                  <c:v>14.9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7227-47F3-ADFF-AAE5BEAF3DA2}"/>
            </c:ext>
          </c:extLst>
        </c:ser>
        <c:ser>
          <c:idx val="1"/>
          <c:order val="1"/>
          <c:tx>
            <c:strRef>
              <c:f>Лист1!$A$37</c:f>
              <c:strCache>
                <c:ptCount val="1"/>
                <c:pt idx="0">
                  <c:v>Минимальная доходность ОФЗ-ПД</c:v>
                </c:pt>
              </c:strCache>
            </c:strRef>
          </c:tx>
          <c:spPr>
            <a:ln w="28575" cap="rnd">
              <a:solidFill>
                <a:srgbClr val="00CE7E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19050">
                <a:solidFill>
                  <a:srgbClr val="00CE7E"/>
                </a:solidFill>
              </a:ln>
              <a:effectLst/>
            </c:spPr>
          </c:marker>
          <c:dLbls>
            <c:dLbl>
              <c:idx val="5"/>
              <c:layout>
                <c:manualLayout>
                  <c:x val="-2.3075881161689741E-2"/>
                  <c:y val="3.954480431824134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8-7227-47F3-ADFF-AAE5BEAF3DA2}"/>
                </c:ext>
              </c:extLst>
            </c:dLbl>
            <c:dLbl>
              <c:idx val="11"/>
              <c:layout>
                <c:manualLayout>
                  <c:x val="-3.3310638371144424E-2"/>
                  <c:y val="3.256630943855161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C-7227-47F3-ADFF-AAE5BEAF3DA2}"/>
                </c:ext>
              </c:extLst>
            </c:dLbl>
            <c:dLbl>
              <c:idx val="13"/>
              <c:layout>
                <c:manualLayout>
                  <c:x val="-2.5872957666137078E-2"/>
                  <c:y val="-2.093548463906894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6-7227-47F3-ADFF-AAE5BEAF3DA2}"/>
                </c:ext>
              </c:extLst>
            </c:dLbl>
            <c:dLbl>
              <c:idx val="14"/>
              <c:layout>
                <c:manualLayout>
                  <c:x val="-3.131194000280918E-2"/>
                  <c:y val="2.987748254002569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7227-47F3-ADFF-AAE5BEAF3DA2}"/>
                </c:ext>
              </c:extLst>
            </c:dLbl>
            <c:dLbl>
              <c:idx val="15"/>
              <c:layout>
                <c:manualLayout>
                  <c:x val="-2.765291544169432E-2"/>
                  <c:y val="3.256630943855169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9-7227-47F3-ADFF-AAE5BEAF3DA2}"/>
                </c:ext>
              </c:extLst>
            </c:dLbl>
            <c:dLbl>
              <c:idx val="16"/>
              <c:layout>
                <c:manualLayout>
                  <c:x val="-3.6203119811480645E-2"/>
                  <c:y val="3.721863935834479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A-7227-47F3-ADFF-AAE5BEAF3DA2}"/>
                </c:ext>
              </c:extLst>
            </c:dLbl>
            <c:dLbl>
              <c:idx val="17"/>
              <c:layout>
                <c:manualLayout>
                  <c:x val="-4.2496541946487033E-2"/>
                  <c:y val="3.256630943855169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5-7227-47F3-ADFF-AAE5BEAF3DA2}"/>
                </c:ext>
              </c:extLst>
            </c:dLbl>
            <c:dLbl>
              <c:idx val="21"/>
              <c:layout>
                <c:manualLayout>
                  <c:x val="-2.9120529670584677E-2"/>
                  <c:y val="3.725801931632729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8-7227-47F3-ADFF-AAE5BEAF3DA2}"/>
                </c:ext>
              </c:extLst>
            </c:dLbl>
            <c:dLbl>
              <c:idx val="22"/>
              <c:layout>
                <c:manualLayout>
                  <c:x val="-2.9476821556029476E-2"/>
                  <c:y val="3.196425398790760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9-7227-47F3-ADFF-AAE5BEAF3DA2}"/>
                </c:ext>
              </c:extLst>
            </c:dLbl>
            <c:dLbl>
              <c:idx val="23"/>
              <c:layout>
                <c:manualLayout>
                  <c:x val="-3.57553272844802E-3"/>
                  <c:y val="3.239175548526182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A-7227-47F3-ADFF-AAE5BEAF3DA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00CE7E"/>
                    </a:solidFill>
                    <a:latin typeface="Golos Text" panose="020B0503020202020204" pitchFamily="34" charset="-52"/>
                    <a:ea typeface="+mn-ea"/>
                    <a:cs typeface="Golos Text" panose="020B0503020202020204" pitchFamily="34" charset="-52"/>
                  </a:defRPr>
                </a:pPr>
                <a:endParaRPr lang="ru-RU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numRef>
              <c:f>Лист1!$B$35:$Y$35</c:f>
              <c:numCache>
                <c:formatCode>mmm\-yy</c:formatCode>
                <c:ptCount val="24"/>
                <c:pt idx="0">
                  <c:v>45292</c:v>
                </c:pt>
                <c:pt idx="1">
                  <c:v>45323</c:v>
                </c:pt>
                <c:pt idx="2">
                  <c:v>45352</c:v>
                </c:pt>
                <c:pt idx="3">
                  <c:v>45383</c:v>
                </c:pt>
                <c:pt idx="4">
                  <c:v>45413</c:v>
                </c:pt>
                <c:pt idx="5">
                  <c:v>45444</c:v>
                </c:pt>
                <c:pt idx="6">
                  <c:v>45474</c:v>
                </c:pt>
                <c:pt idx="7">
                  <c:v>45505</c:v>
                </c:pt>
                <c:pt idx="8">
                  <c:v>45536</c:v>
                </c:pt>
                <c:pt idx="9">
                  <c:v>45566</c:v>
                </c:pt>
                <c:pt idx="10">
                  <c:v>45597</c:v>
                </c:pt>
                <c:pt idx="11">
                  <c:v>45627</c:v>
                </c:pt>
                <c:pt idx="12">
                  <c:v>45658</c:v>
                </c:pt>
                <c:pt idx="13">
                  <c:v>45689</c:v>
                </c:pt>
                <c:pt idx="14">
                  <c:v>45717</c:v>
                </c:pt>
                <c:pt idx="15">
                  <c:v>45748</c:v>
                </c:pt>
                <c:pt idx="16">
                  <c:v>45778</c:v>
                </c:pt>
                <c:pt idx="17">
                  <c:v>45809</c:v>
                </c:pt>
                <c:pt idx="18">
                  <c:v>45839</c:v>
                </c:pt>
                <c:pt idx="19">
                  <c:v>45870</c:v>
                </c:pt>
                <c:pt idx="20">
                  <c:v>45901</c:v>
                </c:pt>
                <c:pt idx="21">
                  <c:v>45931</c:v>
                </c:pt>
                <c:pt idx="22">
                  <c:v>45962</c:v>
                </c:pt>
                <c:pt idx="23">
                  <c:v>45992</c:v>
                </c:pt>
              </c:numCache>
            </c:numRef>
          </c:cat>
          <c:val>
            <c:numRef>
              <c:f>Лист1!$B$37:$Y$37</c:f>
              <c:numCache>
                <c:formatCode>_(* #,##0.00_);_(* \(#,##0.00\);_(* "-"??_);_(@_)</c:formatCode>
                <c:ptCount val="24"/>
                <c:pt idx="0">
                  <c:v>11.87</c:v>
                </c:pt>
                <c:pt idx="1">
                  <c:v>12.01</c:v>
                </c:pt>
                <c:pt idx="2">
                  <c:v>12.72</c:v>
                </c:pt>
                <c:pt idx="3">
                  <c:v>13.34</c:v>
                </c:pt>
                <c:pt idx="4">
                  <c:v>13.87</c:v>
                </c:pt>
                <c:pt idx="5">
                  <c:v>15.34</c:v>
                </c:pt>
                <c:pt idx="6">
                  <c:v>15.47</c:v>
                </c:pt>
                <c:pt idx="7">
                  <c:v>15.45</c:v>
                </c:pt>
                <c:pt idx="8">
                  <c:v>15.98</c:v>
                </c:pt>
                <c:pt idx="9">
                  <c:v>16.649999999999999</c:v>
                </c:pt>
                <c:pt idx="10">
                  <c:v>16.82</c:v>
                </c:pt>
                <c:pt idx="11">
                  <c:v>16.350000000000001</c:v>
                </c:pt>
                <c:pt idx="12">
                  <c:v>16.02</c:v>
                </c:pt>
                <c:pt idx="13">
                  <c:v>15.98</c:v>
                </c:pt>
                <c:pt idx="14">
                  <c:v>14.47</c:v>
                </c:pt>
                <c:pt idx="15">
                  <c:v>15.27</c:v>
                </c:pt>
                <c:pt idx="16">
                  <c:v>16.04</c:v>
                </c:pt>
                <c:pt idx="17">
                  <c:v>14.86</c:v>
                </c:pt>
                <c:pt idx="18">
                  <c:v>13.65</c:v>
                </c:pt>
                <c:pt idx="19">
                  <c:v>13.51</c:v>
                </c:pt>
                <c:pt idx="20">
                  <c:v>13.97</c:v>
                </c:pt>
                <c:pt idx="21">
                  <c:v>14.62</c:v>
                </c:pt>
                <c:pt idx="22">
                  <c:v>14.73</c:v>
                </c:pt>
                <c:pt idx="23">
                  <c:v>14.55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7227-47F3-ADFF-AAE5BEAF3DA2}"/>
            </c:ext>
          </c:extLst>
        </c:ser>
        <c:ser>
          <c:idx val="2"/>
          <c:order val="2"/>
          <c:tx>
            <c:strRef>
              <c:f>Лист1!$A$38</c:f>
              <c:strCache>
                <c:ptCount val="1"/>
                <c:pt idx="0">
                  <c:v>Максимальная ключевая ставка</c:v>
                </c:pt>
              </c:strCache>
            </c:strRef>
          </c:tx>
          <c:spPr>
            <a:ln w="28575" cap="rnd">
              <a:solidFill>
                <a:srgbClr val="BB88EF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19050">
                <a:solidFill>
                  <a:srgbClr val="BB88EF"/>
                </a:solidFill>
              </a:ln>
              <a:effectLst/>
            </c:spPr>
          </c:marker>
          <c:dLbls>
            <c:dLbl>
              <c:idx val="1"/>
              <c:layout>
                <c:manualLayout>
                  <c:x val="-3.8002098508149111E-2"/>
                  <c:y val="-2.698351353480006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D-7227-47F3-ADFF-AAE5BEAF3DA2}"/>
                </c:ext>
              </c:extLst>
            </c:dLbl>
            <c:dLbl>
              <c:idx val="3"/>
              <c:layout>
                <c:manualLayout>
                  <c:x val="-3.6381115589036381E-2"/>
                  <c:y val="-2.930967849469648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E-7227-47F3-ADFF-AAE5BEAF3DA2}"/>
                </c:ext>
              </c:extLst>
            </c:dLbl>
            <c:dLbl>
              <c:idx val="4"/>
              <c:layout>
                <c:manualLayout>
                  <c:x val="-3.3771545322700464E-2"/>
                  <c:y val="-3.163584345459311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F-7227-47F3-ADFF-AAE5BEAF3DA2}"/>
                </c:ext>
              </c:extLst>
            </c:dLbl>
            <c:dLbl>
              <c:idx val="5"/>
              <c:layout>
                <c:manualLayout>
                  <c:x val="-3.8857138967149971E-2"/>
                  <c:y val="-3.163584345459311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0-7227-47F3-ADFF-AAE5BEAF3DA2}"/>
                </c:ext>
              </c:extLst>
            </c:dLbl>
            <c:dLbl>
              <c:idx val="6"/>
              <c:layout>
                <c:manualLayout>
                  <c:x val="-4.0862744933151972E-2"/>
                  <c:y val="-3.163584345459307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1-7227-47F3-ADFF-AAE5BEAF3DA2}"/>
                </c:ext>
              </c:extLst>
            </c:dLbl>
            <c:dLbl>
              <c:idx val="11"/>
              <c:layout>
                <c:manualLayout>
                  <c:x val="-2.9747519296474286E-2"/>
                  <c:y val="-3.396200841448962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F-7227-47F3-ADFF-AAE5BEAF3DA2}"/>
                </c:ext>
              </c:extLst>
            </c:dLbl>
            <c:dLbl>
              <c:idx val="15"/>
              <c:layout>
                <c:manualLayout>
                  <c:x val="-2.1022622782798799E-2"/>
                  <c:y val="-3.396200841448962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2-7227-47F3-ADFF-AAE5BEAF3DA2}"/>
                </c:ext>
              </c:extLst>
            </c:dLbl>
            <c:dLbl>
              <c:idx val="18"/>
              <c:layout>
                <c:manualLayout>
                  <c:x val="-2.356541960502366E-2"/>
                  <c:y val="-3.861433833428272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3-7227-47F3-ADFF-AAE5BEAF3DA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rgbClr val="BB88EF"/>
                    </a:solidFill>
                    <a:latin typeface="Golos Text" panose="020B0503020202020204" pitchFamily="34" charset="-52"/>
                    <a:ea typeface="+mn-ea"/>
                    <a:cs typeface="Golos Text" panose="020B0503020202020204" pitchFamily="34" charset="-52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numRef>
              <c:f>Лист1!$B$35:$Y$35</c:f>
              <c:numCache>
                <c:formatCode>mmm\-yy</c:formatCode>
                <c:ptCount val="24"/>
                <c:pt idx="0">
                  <c:v>45292</c:v>
                </c:pt>
                <c:pt idx="1">
                  <c:v>45323</c:v>
                </c:pt>
                <c:pt idx="2">
                  <c:v>45352</c:v>
                </c:pt>
                <c:pt idx="3">
                  <c:v>45383</c:v>
                </c:pt>
                <c:pt idx="4">
                  <c:v>45413</c:v>
                </c:pt>
                <c:pt idx="5">
                  <c:v>45444</c:v>
                </c:pt>
                <c:pt idx="6">
                  <c:v>45474</c:v>
                </c:pt>
                <c:pt idx="7">
                  <c:v>45505</c:v>
                </c:pt>
                <c:pt idx="8">
                  <c:v>45536</c:v>
                </c:pt>
                <c:pt idx="9">
                  <c:v>45566</c:v>
                </c:pt>
                <c:pt idx="10">
                  <c:v>45597</c:v>
                </c:pt>
                <c:pt idx="11">
                  <c:v>45627</c:v>
                </c:pt>
                <c:pt idx="12">
                  <c:v>45658</c:v>
                </c:pt>
                <c:pt idx="13">
                  <c:v>45689</c:v>
                </c:pt>
                <c:pt idx="14">
                  <c:v>45717</c:v>
                </c:pt>
                <c:pt idx="15">
                  <c:v>45748</c:v>
                </c:pt>
                <c:pt idx="16">
                  <c:v>45778</c:v>
                </c:pt>
                <c:pt idx="17">
                  <c:v>45809</c:v>
                </c:pt>
                <c:pt idx="18">
                  <c:v>45839</c:v>
                </c:pt>
                <c:pt idx="19">
                  <c:v>45870</c:v>
                </c:pt>
                <c:pt idx="20">
                  <c:v>45901</c:v>
                </c:pt>
                <c:pt idx="21">
                  <c:v>45931</c:v>
                </c:pt>
                <c:pt idx="22">
                  <c:v>45962</c:v>
                </c:pt>
                <c:pt idx="23">
                  <c:v>45992</c:v>
                </c:pt>
              </c:numCache>
            </c:numRef>
          </c:cat>
          <c:val>
            <c:numRef>
              <c:f>Лист1!$B$38:$Y$38</c:f>
              <c:numCache>
                <c:formatCode>_-* #,##0.0\ _₽_-;\-* #,##0.0\ _₽_-;_-* "-"??\ _₽_-;_-@_-</c:formatCode>
                <c:ptCount val="24"/>
                <c:pt idx="0">
                  <c:v>16</c:v>
                </c:pt>
                <c:pt idx="1">
                  <c:v>16.5</c:v>
                </c:pt>
                <c:pt idx="2">
                  <c:v>16.5</c:v>
                </c:pt>
                <c:pt idx="3">
                  <c:v>17</c:v>
                </c:pt>
                <c:pt idx="4">
                  <c:v>18</c:v>
                </c:pt>
                <c:pt idx="5">
                  <c:v>18</c:v>
                </c:pt>
                <c:pt idx="6">
                  <c:v>20</c:v>
                </c:pt>
                <c:pt idx="7">
                  <c:v>21</c:v>
                </c:pt>
                <c:pt idx="8">
                  <c:v>21</c:v>
                </c:pt>
                <c:pt idx="9">
                  <c:v>21</c:v>
                </c:pt>
                <c:pt idx="10">
                  <c:v>21</c:v>
                </c:pt>
                <c:pt idx="11">
                  <c:v>21</c:v>
                </c:pt>
                <c:pt idx="12">
                  <c:v>21</c:v>
                </c:pt>
                <c:pt idx="13">
                  <c:v>21</c:v>
                </c:pt>
                <c:pt idx="14">
                  <c:v>21</c:v>
                </c:pt>
                <c:pt idx="15">
                  <c:v>19</c:v>
                </c:pt>
                <c:pt idx="16">
                  <c:v>18</c:v>
                </c:pt>
                <c:pt idx="17">
                  <c:v>18</c:v>
                </c:pt>
                <c:pt idx="18">
                  <c:v>16</c:v>
                </c:pt>
                <c:pt idx="19">
                  <c:v>16</c:v>
                </c:pt>
                <c:pt idx="20">
                  <c:v>16</c:v>
                </c:pt>
                <c:pt idx="21">
                  <c:v>16</c:v>
                </c:pt>
                <c:pt idx="22">
                  <c:v>16</c:v>
                </c:pt>
                <c:pt idx="23">
                  <c:v>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7227-47F3-ADFF-AAE5BEAF3D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04353423"/>
        <c:axId val="1004358831"/>
      </c:lineChart>
      <c:dateAx>
        <c:axId val="1004353423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001648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pPr>
            <a:endParaRPr lang="ru-RU"/>
          </a:p>
        </c:txPr>
        <c:crossAx val="1004358831"/>
        <c:crosses val="autoZero"/>
        <c:auto val="1"/>
        <c:lblOffset val="100"/>
        <c:baseTimeUnit val="months"/>
      </c:dateAx>
      <c:valAx>
        <c:axId val="1004358831"/>
        <c:scaling>
          <c:orientation val="minMax"/>
          <c:max val="22"/>
          <c:min val="11"/>
        </c:scaling>
        <c:delete val="0"/>
        <c:axPos val="l"/>
        <c:numFmt formatCode="_(* #,##0.00_);_(* \(#,##0.00\);_(* &quot;-&quot;??_)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pPr>
            <a:endParaRPr lang="ru-RU"/>
          </a:p>
        </c:txPr>
        <c:crossAx val="10043534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rgbClr val="001648"/>
              </a:solidFill>
              <a:latin typeface="Golos Text" panose="020B0503020202020204" pitchFamily="34" charset="-52"/>
              <a:ea typeface="+mn-ea"/>
              <a:cs typeface="Golos Text" panose="020B0503020202020204" pitchFamily="34" charset="-52"/>
            </a:defRPr>
          </a:pPr>
          <a:endParaRPr lang="ru-RU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>
          <a:latin typeface="Golos Text" panose="020B0503020202020204" pitchFamily="34" charset="-52"/>
          <a:cs typeface="Golos Text" panose="020B0503020202020204" pitchFamily="34" charset="-52"/>
        </a:defRPr>
      </a:pPr>
      <a:endParaRPr lang="ru-RU"/>
    </a:p>
  </c:txPr>
  <c:externalData r:id="rId4">
    <c:autoUpdate val="0"/>
  </c:externalData>
  <c:userShapes r:id="rId5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</cdr:x>
      <cdr:y>0</cdr:y>
    </cdr:from>
    <cdr:to>
      <cdr:x>0.5</cdr:x>
      <cdr:y>0.83247</cdr:y>
    </cdr:to>
    <cdr:cxnSp macro="">
      <cdr:nvCxnSpPr>
        <cdr:cNvPr id="3" name="Прямая соединительная линия 2"/>
        <cdr:cNvCxnSpPr/>
      </cdr:nvCxnSpPr>
      <cdr:spPr>
        <a:xfrm xmlns:a="http://schemas.openxmlformats.org/drawingml/2006/main" flipV="1">
          <a:off x="4994500" y="0"/>
          <a:ext cx="0" cy="4544983"/>
        </a:xfrm>
        <a:prstGeom xmlns:a="http://schemas.openxmlformats.org/drawingml/2006/main" prst="line">
          <a:avLst/>
        </a:prstGeom>
        <a:ln xmlns:a="http://schemas.openxmlformats.org/drawingml/2006/main" w="12700">
          <a:solidFill>
            <a:srgbClr val="DBDBDB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2918830" cy="495029"/>
          </a:xfrm>
          <a:prstGeom prst="rect">
            <a:avLst/>
          </a:prstGeom>
        </p:spPr>
        <p:txBody>
          <a:bodyPr vert="horz" lIns="90581" tIns="45290" rIns="90581" bIns="4529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15378" y="1"/>
            <a:ext cx="2918830" cy="495029"/>
          </a:xfrm>
          <a:prstGeom prst="rect">
            <a:avLst/>
          </a:prstGeom>
        </p:spPr>
        <p:txBody>
          <a:bodyPr vert="horz" lIns="90581" tIns="45290" rIns="90581" bIns="45290" rtlCol="0"/>
          <a:lstStyle>
            <a:lvl1pPr algn="r">
              <a:defRPr sz="1200"/>
            </a:lvl1pPr>
          </a:lstStyle>
          <a:p>
            <a:fld id="{72F849D2-5DA9-4D79-953F-6F20268CE1AA}" type="datetimeFigureOut">
              <a:rPr lang="ru-RU" smtClean="0"/>
              <a:t>19.06.2026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014413" y="1233488"/>
            <a:ext cx="4706937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1" tIns="45290" rIns="90581" bIns="4529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3577" y="4748165"/>
            <a:ext cx="5388610" cy="3884860"/>
          </a:xfrm>
          <a:prstGeom prst="rect">
            <a:avLst/>
          </a:prstGeom>
        </p:spPr>
        <p:txBody>
          <a:bodyPr vert="horz" lIns="90581" tIns="45290" rIns="90581" bIns="4529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5" y="9371286"/>
            <a:ext cx="2918830" cy="495028"/>
          </a:xfrm>
          <a:prstGeom prst="rect">
            <a:avLst/>
          </a:prstGeom>
        </p:spPr>
        <p:txBody>
          <a:bodyPr vert="horz" lIns="90581" tIns="45290" rIns="90581" bIns="4529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15378" y="9371286"/>
            <a:ext cx="2918830" cy="495028"/>
          </a:xfrm>
          <a:prstGeom prst="rect">
            <a:avLst/>
          </a:prstGeom>
        </p:spPr>
        <p:txBody>
          <a:bodyPr vert="horz" lIns="90581" tIns="45290" rIns="90581" bIns="45290" rtlCol="0" anchor="b"/>
          <a:lstStyle>
            <a:lvl1pPr algn="r">
              <a:defRPr sz="1200"/>
            </a:lvl1pPr>
          </a:lstStyle>
          <a:p>
            <a:fld id="{67370814-CD17-403A-A513-5C46137F1A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5847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0179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50912" algn="l" defTabSz="90179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01795" algn="l" defTabSz="90179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352672" algn="l" defTabSz="90179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803546" algn="l" defTabSz="90179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254435" algn="l" defTabSz="90179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05296" algn="l" defTabSz="90179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56216" algn="l" defTabSz="90179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07073" algn="l" defTabSz="90179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74700" y="1338263"/>
            <a:ext cx="5111750" cy="3614737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12831">
              <a:defRPr/>
            </a:pPr>
            <a:fld id="{BD507C77-9FF0-48AC-B4D7-C54E05914DD0}" type="slidenum">
              <a:rPr lang="ru-RU">
                <a:solidFill>
                  <a:prstClr val="black"/>
                </a:solidFill>
              </a:rPr>
              <a:pPr defTabSz="912831">
                <a:defRPr/>
              </a:pPr>
              <a:t>1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9632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476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590"/>
            </a:lvl1pPr>
            <a:lvl2pPr marL="493456" indent="0" algn="ctr">
              <a:buNone/>
              <a:defRPr sz="2159"/>
            </a:lvl2pPr>
            <a:lvl3pPr marL="986912" indent="0" algn="ctr">
              <a:buNone/>
              <a:defRPr sz="1943"/>
            </a:lvl3pPr>
            <a:lvl4pPr marL="1480368" indent="0" algn="ctr">
              <a:buNone/>
              <a:defRPr sz="1727"/>
            </a:lvl4pPr>
            <a:lvl5pPr marL="1973824" indent="0" algn="ctr">
              <a:buNone/>
              <a:defRPr sz="1727"/>
            </a:lvl5pPr>
            <a:lvl6pPr marL="2467280" indent="0" algn="ctr">
              <a:buNone/>
              <a:defRPr sz="1727"/>
            </a:lvl6pPr>
            <a:lvl7pPr marL="2960736" indent="0" algn="ctr">
              <a:buNone/>
              <a:defRPr sz="1727"/>
            </a:lvl7pPr>
            <a:lvl8pPr marL="3454192" indent="0" algn="ctr">
              <a:buNone/>
              <a:defRPr sz="1727"/>
            </a:lvl8pPr>
            <a:lvl9pPr marL="3947648" indent="0" algn="ctr">
              <a:buNone/>
              <a:defRPr sz="1727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854705"/>
            <a:fld id="{1EC6F8F3-B1F7-4D9E-8AEB-4DF09FBC4BDF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854705"/>
              <a:t>19.06.2026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54705"/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854705"/>
            <a:fld id="{AA7F5992-18ED-0A45-BD23-1AD395B324AA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854705"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5142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854705"/>
            <a:fld id="{F40412E4-3A28-4753-ADE5-65DD20AB7135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854705"/>
              <a:t>19.06.2026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54705"/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854705"/>
            <a:fld id="{AA7F5992-18ED-0A45-BD23-1AD395B324AA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854705"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3476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5" y="1884672"/>
            <a:ext cx="9221689" cy="3144614"/>
          </a:xfrm>
        </p:spPr>
        <p:txBody>
          <a:bodyPr anchor="b"/>
          <a:lstStyle>
            <a:lvl1pPr>
              <a:defRPr sz="6476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5" y="5059036"/>
            <a:ext cx="9221689" cy="1653678"/>
          </a:xfrm>
        </p:spPr>
        <p:txBody>
          <a:bodyPr/>
          <a:lstStyle>
            <a:lvl1pPr marL="0" indent="0">
              <a:buNone/>
              <a:defRPr sz="2590">
                <a:solidFill>
                  <a:schemeClr val="tx1"/>
                </a:solidFill>
              </a:defRPr>
            </a:lvl1pPr>
            <a:lvl2pPr marL="493456" indent="0">
              <a:buNone/>
              <a:defRPr sz="2159">
                <a:solidFill>
                  <a:schemeClr val="tx1">
                    <a:tint val="75000"/>
                  </a:schemeClr>
                </a:solidFill>
              </a:defRPr>
            </a:lvl2pPr>
            <a:lvl3pPr marL="986912" indent="0">
              <a:buNone/>
              <a:defRPr sz="1943">
                <a:solidFill>
                  <a:schemeClr val="tx1">
                    <a:tint val="75000"/>
                  </a:schemeClr>
                </a:solidFill>
              </a:defRPr>
            </a:lvl3pPr>
            <a:lvl4pPr marL="1480368" indent="0">
              <a:buNone/>
              <a:defRPr sz="1727">
                <a:solidFill>
                  <a:schemeClr val="tx1">
                    <a:tint val="75000"/>
                  </a:schemeClr>
                </a:solidFill>
              </a:defRPr>
            </a:lvl4pPr>
            <a:lvl5pPr marL="1973824" indent="0">
              <a:buNone/>
              <a:defRPr sz="1727">
                <a:solidFill>
                  <a:schemeClr val="tx1">
                    <a:tint val="75000"/>
                  </a:schemeClr>
                </a:solidFill>
              </a:defRPr>
            </a:lvl5pPr>
            <a:lvl6pPr marL="2467280" indent="0">
              <a:buNone/>
              <a:defRPr sz="1727">
                <a:solidFill>
                  <a:schemeClr val="tx1">
                    <a:tint val="75000"/>
                  </a:schemeClr>
                </a:solidFill>
              </a:defRPr>
            </a:lvl6pPr>
            <a:lvl7pPr marL="2960736" indent="0">
              <a:buNone/>
              <a:defRPr sz="1727">
                <a:solidFill>
                  <a:schemeClr val="tx1">
                    <a:tint val="75000"/>
                  </a:schemeClr>
                </a:solidFill>
              </a:defRPr>
            </a:lvl7pPr>
            <a:lvl8pPr marL="3454192" indent="0">
              <a:buNone/>
              <a:defRPr sz="1727">
                <a:solidFill>
                  <a:schemeClr val="tx1">
                    <a:tint val="75000"/>
                  </a:schemeClr>
                </a:solidFill>
              </a:defRPr>
            </a:lvl8pPr>
            <a:lvl9pPr marL="3947648" indent="0">
              <a:buNone/>
              <a:defRPr sz="172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854705"/>
            <a:fld id="{D35AE8A7-1388-40D1-8667-9DA2B3A067A0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854705"/>
              <a:t>19.06.2026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54705"/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854705"/>
            <a:fld id="{AA7F5992-18ED-0A45-BD23-1AD395B324AA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854705"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5111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1" y="2012414"/>
            <a:ext cx="4544021" cy="479654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854705"/>
            <a:fld id="{00FD1165-BD4E-450D-8874-681F8383867E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854705"/>
              <a:t>19.06.2026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54705"/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854705"/>
            <a:fld id="{AA7F5992-18ED-0A45-BD23-1AD395B324AA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854705"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2190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5"/>
            <a:ext cx="9221689" cy="1461188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8" cy="908210"/>
          </a:xfrm>
        </p:spPr>
        <p:txBody>
          <a:bodyPr anchor="b"/>
          <a:lstStyle>
            <a:lvl1pPr marL="0" indent="0">
              <a:buNone/>
              <a:defRPr sz="2590" b="1"/>
            </a:lvl1pPr>
            <a:lvl2pPr marL="493456" indent="0">
              <a:buNone/>
              <a:defRPr sz="2159" b="1"/>
            </a:lvl2pPr>
            <a:lvl3pPr marL="986912" indent="0">
              <a:buNone/>
              <a:defRPr sz="1943" b="1"/>
            </a:lvl3pPr>
            <a:lvl4pPr marL="1480368" indent="0">
              <a:buNone/>
              <a:defRPr sz="1727" b="1"/>
            </a:lvl4pPr>
            <a:lvl5pPr marL="1973824" indent="0">
              <a:buNone/>
              <a:defRPr sz="1727" b="1"/>
            </a:lvl5pPr>
            <a:lvl6pPr marL="2467280" indent="0">
              <a:buNone/>
              <a:defRPr sz="1727" b="1"/>
            </a:lvl6pPr>
            <a:lvl7pPr marL="2960736" indent="0">
              <a:buNone/>
              <a:defRPr sz="1727" b="1"/>
            </a:lvl7pPr>
            <a:lvl8pPr marL="3454192" indent="0">
              <a:buNone/>
              <a:defRPr sz="1727" b="1"/>
            </a:lvl8pPr>
            <a:lvl9pPr marL="3947648" indent="0">
              <a:buNone/>
              <a:defRPr sz="1727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8" cy="406157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590" b="1"/>
            </a:lvl1pPr>
            <a:lvl2pPr marL="493456" indent="0">
              <a:buNone/>
              <a:defRPr sz="2159" b="1"/>
            </a:lvl2pPr>
            <a:lvl3pPr marL="986912" indent="0">
              <a:buNone/>
              <a:defRPr sz="1943" b="1"/>
            </a:lvl3pPr>
            <a:lvl4pPr marL="1480368" indent="0">
              <a:buNone/>
              <a:defRPr sz="1727" b="1"/>
            </a:lvl4pPr>
            <a:lvl5pPr marL="1973824" indent="0">
              <a:buNone/>
              <a:defRPr sz="1727" b="1"/>
            </a:lvl5pPr>
            <a:lvl6pPr marL="2467280" indent="0">
              <a:buNone/>
              <a:defRPr sz="1727" b="1"/>
            </a:lvl6pPr>
            <a:lvl7pPr marL="2960736" indent="0">
              <a:buNone/>
              <a:defRPr sz="1727" b="1"/>
            </a:lvl7pPr>
            <a:lvl8pPr marL="3454192" indent="0">
              <a:buNone/>
              <a:defRPr sz="1727" b="1"/>
            </a:lvl8pPr>
            <a:lvl9pPr marL="3947648" indent="0">
              <a:buNone/>
              <a:defRPr sz="1727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854705"/>
            <a:fld id="{F2AE648E-F789-415F-895B-0489E10F0E06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854705"/>
              <a:t>19.06.2026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54705"/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854705"/>
            <a:fld id="{AA7F5992-18ED-0A45-BD23-1AD395B324AA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854705"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586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854705"/>
            <a:fld id="{3F3422B7-A585-42CE-9698-430F729BBCBC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854705"/>
              <a:t>19.06.2026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54705"/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854705"/>
            <a:fld id="{AA7F5992-18ED-0A45-BD23-1AD395B324AA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854705"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4259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854705"/>
            <a:fld id="{569B4A6B-FFCF-402E-A56D-50D6F1464FE7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854705"/>
              <a:t>19.06.2026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54705"/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854705"/>
            <a:fld id="{AA7F5992-18ED-0A45-BD23-1AD395B324AA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854705"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40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6" y="503978"/>
            <a:ext cx="3448388" cy="1763924"/>
          </a:xfrm>
        </p:spPr>
        <p:txBody>
          <a:bodyPr anchor="b"/>
          <a:lstStyle>
            <a:lvl1pPr>
              <a:defRPr sz="3454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6"/>
            <a:ext cx="5412731" cy="5372269"/>
          </a:xfrm>
        </p:spPr>
        <p:txBody>
          <a:bodyPr/>
          <a:lstStyle>
            <a:lvl1pPr>
              <a:defRPr sz="3454"/>
            </a:lvl1pPr>
            <a:lvl2pPr>
              <a:defRPr sz="3022"/>
            </a:lvl2pPr>
            <a:lvl3pPr>
              <a:defRPr sz="2590"/>
            </a:lvl3pPr>
            <a:lvl4pPr>
              <a:defRPr sz="2159"/>
            </a:lvl4pPr>
            <a:lvl5pPr>
              <a:defRPr sz="2159"/>
            </a:lvl5pPr>
            <a:lvl6pPr>
              <a:defRPr sz="2159"/>
            </a:lvl6pPr>
            <a:lvl7pPr>
              <a:defRPr sz="2159"/>
            </a:lvl7pPr>
            <a:lvl8pPr>
              <a:defRPr sz="2159"/>
            </a:lvl8pPr>
            <a:lvl9pPr>
              <a:defRPr sz="2159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6" y="2267902"/>
            <a:ext cx="3448388" cy="4201570"/>
          </a:xfrm>
        </p:spPr>
        <p:txBody>
          <a:bodyPr/>
          <a:lstStyle>
            <a:lvl1pPr marL="0" indent="0">
              <a:buNone/>
              <a:defRPr sz="1727"/>
            </a:lvl1pPr>
            <a:lvl2pPr marL="493456" indent="0">
              <a:buNone/>
              <a:defRPr sz="1511"/>
            </a:lvl2pPr>
            <a:lvl3pPr marL="986912" indent="0">
              <a:buNone/>
              <a:defRPr sz="1295"/>
            </a:lvl3pPr>
            <a:lvl4pPr marL="1480368" indent="0">
              <a:buNone/>
              <a:defRPr sz="1079"/>
            </a:lvl4pPr>
            <a:lvl5pPr marL="1973824" indent="0">
              <a:buNone/>
              <a:defRPr sz="1079"/>
            </a:lvl5pPr>
            <a:lvl6pPr marL="2467280" indent="0">
              <a:buNone/>
              <a:defRPr sz="1079"/>
            </a:lvl6pPr>
            <a:lvl7pPr marL="2960736" indent="0">
              <a:buNone/>
              <a:defRPr sz="1079"/>
            </a:lvl7pPr>
            <a:lvl8pPr marL="3454192" indent="0">
              <a:buNone/>
              <a:defRPr sz="1079"/>
            </a:lvl8pPr>
            <a:lvl9pPr marL="3947648" indent="0">
              <a:buNone/>
              <a:defRPr sz="1079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854705"/>
            <a:fld id="{539957F1-3DA8-46A2-9BC3-08679901769D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854705"/>
              <a:t>19.06.2026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54705"/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854705"/>
            <a:fld id="{AA7F5992-18ED-0A45-BD23-1AD395B324AA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854705"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9351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6" y="503978"/>
            <a:ext cx="3448388" cy="1763924"/>
          </a:xfrm>
        </p:spPr>
        <p:txBody>
          <a:bodyPr anchor="b"/>
          <a:lstStyle>
            <a:lvl1pPr>
              <a:defRPr sz="3454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6"/>
            <a:ext cx="5412731" cy="5372269"/>
          </a:xfrm>
        </p:spPr>
        <p:txBody>
          <a:bodyPr anchor="t"/>
          <a:lstStyle>
            <a:lvl1pPr marL="0" indent="0">
              <a:buNone/>
              <a:defRPr sz="3454"/>
            </a:lvl1pPr>
            <a:lvl2pPr marL="493456" indent="0">
              <a:buNone/>
              <a:defRPr sz="3022"/>
            </a:lvl2pPr>
            <a:lvl3pPr marL="986912" indent="0">
              <a:buNone/>
              <a:defRPr sz="2590"/>
            </a:lvl3pPr>
            <a:lvl4pPr marL="1480368" indent="0">
              <a:buNone/>
              <a:defRPr sz="2159"/>
            </a:lvl4pPr>
            <a:lvl5pPr marL="1973824" indent="0">
              <a:buNone/>
              <a:defRPr sz="2159"/>
            </a:lvl5pPr>
            <a:lvl6pPr marL="2467280" indent="0">
              <a:buNone/>
              <a:defRPr sz="2159"/>
            </a:lvl6pPr>
            <a:lvl7pPr marL="2960736" indent="0">
              <a:buNone/>
              <a:defRPr sz="2159"/>
            </a:lvl7pPr>
            <a:lvl8pPr marL="3454192" indent="0">
              <a:buNone/>
              <a:defRPr sz="2159"/>
            </a:lvl8pPr>
            <a:lvl9pPr marL="3947648" indent="0">
              <a:buNone/>
              <a:defRPr sz="2159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6" y="2267902"/>
            <a:ext cx="3448388" cy="4201570"/>
          </a:xfrm>
        </p:spPr>
        <p:txBody>
          <a:bodyPr/>
          <a:lstStyle>
            <a:lvl1pPr marL="0" indent="0">
              <a:buNone/>
              <a:defRPr sz="1727"/>
            </a:lvl1pPr>
            <a:lvl2pPr marL="493456" indent="0">
              <a:buNone/>
              <a:defRPr sz="1511"/>
            </a:lvl2pPr>
            <a:lvl3pPr marL="986912" indent="0">
              <a:buNone/>
              <a:defRPr sz="1295"/>
            </a:lvl3pPr>
            <a:lvl4pPr marL="1480368" indent="0">
              <a:buNone/>
              <a:defRPr sz="1079"/>
            </a:lvl4pPr>
            <a:lvl5pPr marL="1973824" indent="0">
              <a:buNone/>
              <a:defRPr sz="1079"/>
            </a:lvl5pPr>
            <a:lvl6pPr marL="2467280" indent="0">
              <a:buNone/>
              <a:defRPr sz="1079"/>
            </a:lvl6pPr>
            <a:lvl7pPr marL="2960736" indent="0">
              <a:buNone/>
              <a:defRPr sz="1079"/>
            </a:lvl7pPr>
            <a:lvl8pPr marL="3454192" indent="0">
              <a:buNone/>
              <a:defRPr sz="1079"/>
            </a:lvl8pPr>
            <a:lvl9pPr marL="3947648" indent="0">
              <a:buNone/>
              <a:defRPr sz="1079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854705"/>
            <a:fld id="{DAE4BE16-0606-4DA3-8560-5F2478562A88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854705"/>
              <a:t>19.06.2026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54705"/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854705"/>
            <a:fld id="{AA7F5992-18ED-0A45-BD23-1AD395B324AA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854705"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824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854705"/>
            <a:fld id="{9F931E0E-3310-4FDD-896C-E2BFDF17213C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854705"/>
              <a:t>19.06.2026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54705"/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854705"/>
            <a:fld id="{AA7F5992-18ED-0A45-BD23-1AD395B324AA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854705"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7398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30" y="402483"/>
            <a:ext cx="2305422" cy="640647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854705"/>
            <a:fld id="{FFAE9010-A168-4FDE-BE25-C6B0330734C4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854705"/>
              <a:t>19.06.2026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54705"/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854705"/>
            <a:fld id="{AA7F5992-18ED-0A45-BD23-1AD395B324AA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854705"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4199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3" y="402485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3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3" y="7006701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68925"/>
            <a:fld id="{5C696F13-4BF3-4644-AD03-DE01200060A7}" type="datetimeFigureOut">
              <a:rPr lang="ru-RU" smtClean="0">
                <a:solidFill>
                  <a:srgbClr val="04092A">
                    <a:tint val="75000"/>
                  </a:srgbClr>
                </a:solidFill>
              </a:rPr>
              <a:pPr defTabSz="968925"/>
              <a:t>19.06.2026</a:t>
            </a:fld>
            <a:endParaRPr lang="ru-RU">
              <a:solidFill>
                <a:srgbClr val="04092A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4" y="7006701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68925"/>
            <a:endParaRPr lang="ru-RU">
              <a:solidFill>
                <a:srgbClr val="04092A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1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68925"/>
            <a:fld id="{DBA4C5F3-6FEC-46B7-8A5D-A6A8E8751F7D}" type="slidenum">
              <a:rPr lang="ru-RU" smtClean="0">
                <a:solidFill>
                  <a:srgbClr val="04092A">
                    <a:tint val="75000"/>
                  </a:srgbClr>
                </a:solidFill>
              </a:rPr>
              <a:pPr defTabSz="968925"/>
              <a:t>‹#›</a:t>
            </a:fld>
            <a:endParaRPr lang="ru-RU">
              <a:solidFill>
                <a:srgbClr val="04092A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2705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93" r:id="rId1"/>
    <p:sldLayoutId id="2147484394" r:id="rId2"/>
    <p:sldLayoutId id="2147484395" r:id="rId3"/>
    <p:sldLayoutId id="2147484396" r:id="rId4"/>
    <p:sldLayoutId id="2147484397" r:id="rId5"/>
    <p:sldLayoutId id="2147484398" r:id="rId6"/>
    <p:sldLayoutId id="2147484399" r:id="rId7"/>
    <p:sldLayoutId id="2147484400" r:id="rId8"/>
    <p:sldLayoutId id="2147484401" r:id="rId9"/>
    <p:sldLayoutId id="2147484402" r:id="rId10"/>
    <p:sldLayoutId id="2147484403" r:id="rId11"/>
  </p:sldLayoutIdLst>
  <p:txStyles>
    <p:titleStyle>
      <a:lvl1pPr algn="l" defTabSz="986912" rtl="0" eaLnBrk="1" latinLnBrk="0" hangingPunct="1">
        <a:lnSpc>
          <a:spcPct val="90000"/>
        </a:lnSpc>
        <a:spcBef>
          <a:spcPct val="0"/>
        </a:spcBef>
        <a:buNone/>
        <a:defRPr sz="474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6728" indent="-246728" algn="l" defTabSz="986912" rtl="0" eaLnBrk="1" latinLnBrk="0" hangingPunct="1">
        <a:lnSpc>
          <a:spcPct val="90000"/>
        </a:lnSpc>
        <a:spcBef>
          <a:spcPts val="1079"/>
        </a:spcBef>
        <a:buFont typeface="Arial" panose="020B0604020202020204" pitchFamily="34" charset="0"/>
        <a:buChar char="•"/>
        <a:defRPr sz="3022" kern="1200">
          <a:solidFill>
            <a:schemeClr val="tx1"/>
          </a:solidFill>
          <a:latin typeface="+mn-lt"/>
          <a:ea typeface="+mn-ea"/>
          <a:cs typeface="+mn-cs"/>
        </a:defRPr>
      </a:lvl1pPr>
      <a:lvl2pPr marL="740184" indent="-246728" algn="l" defTabSz="98691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2590" kern="1200">
          <a:solidFill>
            <a:schemeClr val="tx1"/>
          </a:solidFill>
          <a:latin typeface="+mn-lt"/>
          <a:ea typeface="+mn-ea"/>
          <a:cs typeface="+mn-cs"/>
        </a:defRPr>
      </a:lvl2pPr>
      <a:lvl3pPr marL="1233640" indent="-246728" algn="l" defTabSz="98691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2159" kern="1200">
          <a:solidFill>
            <a:schemeClr val="tx1"/>
          </a:solidFill>
          <a:latin typeface="+mn-lt"/>
          <a:ea typeface="+mn-ea"/>
          <a:cs typeface="+mn-cs"/>
        </a:defRPr>
      </a:lvl3pPr>
      <a:lvl4pPr marL="1727096" indent="-246728" algn="l" defTabSz="98691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3" kern="1200">
          <a:solidFill>
            <a:schemeClr val="tx1"/>
          </a:solidFill>
          <a:latin typeface="+mn-lt"/>
          <a:ea typeface="+mn-ea"/>
          <a:cs typeface="+mn-cs"/>
        </a:defRPr>
      </a:lvl4pPr>
      <a:lvl5pPr marL="2220552" indent="-246728" algn="l" defTabSz="98691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3" kern="1200">
          <a:solidFill>
            <a:schemeClr val="tx1"/>
          </a:solidFill>
          <a:latin typeface="+mn-lt"/>
          <a:ea typeface="+mn-ea"/>
          <a:cs typeface="+mn-cs"/>
        </a:defRPr>
      </a:lvl5pPr>
      <a:lvl6pPr marL="2714008" indent="-246728" algn="l" defTabSz="98691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3" kern="1200">
          <a:solidFill>
            <a:schemeClr val="tx1"/>
          </a:solidFill>
          <a:latin typeface="+mn-lt"/>
          <a:ea typeface="+mn-ea"/>
          <a:cs typeface="+mn-cs"/>
        </a:defRPr>
      </a:lvl6pPr>
      <a:lvl7pPr marL="3207464" indent="-246728" algn="l" defTabSz="98691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3" kern="1200">
          <a:solidFill>
            <a:schemeClr val="tx1"/>
          </a:solidFill>
          <a:latin typeface="+mn-lt"/>
          <a:ea typeface="+mn-ea"/>
          <a:cs typeface="+mn-cs"/>
        </a:defRPr>
      </a:lvl7pPr>
      <a:lvl8pPr marL="3700920" indent="-246728" algn="l" defTabSz="98691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3" kern="1200">
          <a:solidFill>
            <a:schemeClr val="tx1"/>
          </a:solidFill>
          <a:latin typeface="+mn-lt"/>
          <a:ea typeface="+mn-ea"/>
          <a:cs typeface="+mn-cs"/>
        </a:defRPr>
      </a:lvl8pPr>
      <a:lvl9pPr marL="4194376" indent="-246728" algn="l" defTabSz="98691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86912" rtl="0" eaLnBrk="1" latinLnBrk="0" hangingPunct="1">
        <a:defRPr sz="1943" kern="1200">
          <a:solidFill>
            <a:schemeClr val="tx1"/>
          </a:solidFill>
          <a:latin typeface="+mn-lt"/>
          <a:ea typeface="+mn-ea"/>
          <a:cs typeface="+mn-cs"/>
        </a:defRPr>
      </a:lvl1pPr>
      <a:lvl2pPr marL="493456" algn="l" defTabSz="986912" rtl="0" eaLnBrk="1" latinLnBrk="0" hangingPunct="1">
        <a:defRPr sz="1943" kern="1200">
          <a:solidFill>
            <a:schemeClr val="tx1"/>
          </a:solidFill>
          <a:latin typeface="+mn-lt"/>
          <a:ea typeface="+mn-ea"/>
          <a:cs typeface="+mn-cs"/>
        </a:defRPr>
      </a:lvl2pPr>
      <a:lvl3pPr marL="986912" algn="l" defTabSz="986912" rtl="0" eaLnBrk="1" latinLnBrk="0" hangingPunct="1">
        <a:defRPr sz="1943" kern="1200">
          <a:solidFill>
            <a:schemeClr val="tx1"/>
          </a:solidFill>
          <a:latin typeface="+mn-lt"/>
          <a:ea typeface="+mn-ea"/>
          <a:cs typeface="+mn-cs"/>
        </a:defRPr>
      </a:lvl3pPr>
      <a:lvl4pPr marL="1480368" algn="l" defTabSz="986912" rtl="0" eaLnBrk="1" latinLnBrk="0" hangingPunct="1">
        <a:defRPr sz="1943" kern="1200">
          <a:solidFill>
            <a:schemeClr val="tx1"/>
          </a:solidFill>
          <a:latin typeface="+mn-lt"/>
          <a:ea typeface="+mn-ea"/>
          <a:cs typeface="+mn-cs"/>
        </a:defRPr>
      </a:lvl4pPr>
      <a:lvl5pPr marL="1973824" algn="l" defTabSz="986912" rtl="0" eaLnBrk="1" latinLnBrk="0" hangingPunct="1">
        <a:defRPr sz="1943" kern="1200">
          <a:solidFill>
            <a:schemeClr val="tx1"/>
          </a:solidFill>
          <a:latin typeface="+mn-lt"/>
          <a:ea typeface="+mn-ea"/>
          <a:cs typeface="+mn-cs"/>
        </a:defRPr>
      </a:lvl5pPr>
      <a:lvl6pPr marL="2467280" algn="l" defTabSz="986912" rtl="0" eaLnBrk="1" latinLnBrk="0" hangingPunct="1">
        <a:defRPr sz="1943" kern="1200">
          <a:solidFill>
            <a:schemeClr val="tx1"/>
          </a:solidFill>
          <a:latin typeface="+mn-lt"/>
          <a:ea typeface="+mn-ea"/>
          <a:cs typeface="+mn-cs"/>
        </a:defRPr>
      </a:lvl6pPr>
      <a:lvl7pPr marL="2960736" algn="l" defTabSz="986912" rtl="0" eaLnBrk="1" latinLnBrk="0" hangingPunct="1">
        <a:defRPr sz="1943" kern="1200">
          <a:solidFill>
            <a:schemeClr val="tx1"/>
          </a:solidFill>
          <a:latin typeface="+mn-lt"/>
          <a:ea typeface="+mn-ea"/>
          <a:cs typeface="+mn-cs"/>
        </a:defRPr>
      </a:lvl7pPr>
      <a:lvl8pPr marL="3454192" algn="l" defTabSz="986912" rtl="0" eaLnBrk="1" latinLnBrk="0" hangingPunct="1">
        <a:defRPr sz="1943" kern="1200">
          <a:solidFill>
            <a:schemeClr val="tx1"/>
          </a:solidFill>
          <a:latin typeface="+mn-lt"/>
          <a:ea typeface="+mn-ea"/>
          <a:cs typeface="+mn-cs"/>
        </a:defRPr>
      </a:lvl8pPr>
      <a:lvl9pPr marL="3947648" algn="l" defTabSz="986912" rtl="0" eaLnBrk="1" latinLnBrk="0" hangingPunct="1">
        <a:defRPr sz="19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2BE023FF-3CD9-F94A-A624-CE323FA52921}"/>
              </a:ext>
            </a:extLst>
          </p:cNvPr>
          <p:cNvGrpSpPr/>
          <p:nvPr/>
        </p:nvGrpSpPr>
        <p:grpSpPr>
          <a:xfrm rot="16200000">
            <a:off x="986542" y="-1840460"/>
            <a:ext cx="293552" cy="2773674"/>
            <a:chOff x="1163899" y="2354595"/>
            <a:chExt cx="271870" cy="3164092"/>
          </a:xfrm>
        </p:grpSpPr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D3121129-1D5E-DE40-935C-767A2C4A643B}"/>
                </a:ext>
              </a:extLst>
            </p:cNvPr>
            <p:cNvSpPr/>
            <p:nvPr/>
          </p:nvSpPr>
          <p:spPr>
            <a:xfrm>
              <a:off x="1163899" y="2354595"/>
              <a:ext cx="271870" cy="216000"/>
            </a:xfrm>
            <a:prstGeom prst="rect">
              <a:avLst/>
            </a:prstGeom>
            <a:solidFill>
              <a:srgbClr val="21ECE0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="horz" wrap="square" lIns="98687" tIns="49344" rIns="98687" bIns="4934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83951">
                <a:lnSpc>
                  <a:spcPct val="115000"/>
                </a:lnSpc>
                <a:spcAft>
                  <a:spcPts val="1081"/>
                </a:spcAft>
                <a:defRPr/>
              </a:pPr>
              <a:r>
                <a:rPr lang="ru-RU" sz="1187" dirty="0">
                  <a:solidFill>
                    <a:srgbClr val="FFFFFF"/>
                  </a:solidFill>
                  <a:latin typeface="Arial"/>
                  <a:ea typeface="Calibri"/>
                  <a:cs typeface="Times New Roman"/>
                </a:rPr>
                <a:t> </a:t>
              </a:r>
            </a:p>
            <a:p>
              <a:pPr defTabSz="983951">
                <a:lnSpc>
                  <a:spcPct val="115000"/>
                </a:lnSpc>
                <a:spcAft>
                  <a:spcPts val="1081"/>
                </a:spcAft>
                <a:defRPr/>
              </a:pPr>
              <a:r>
                <a:rPr lang="ru-RU" sz="1187" dirty="0">
                  <a:solidFill>
                    <a:srgbClr val="FFFFFF"/>
                  </a:solidFill>
                  <a:latin typeface="Arial"/>
                  <a:ea typeface="Calibri"/>
                  <a:cs typeface="Times New Roman"/>
                </a:rPr>
                <a:t> </a:t>
              </a:r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67D7445B-3450-7D4B-9A76-52CD4FF538EC}"/>
                </a:ext>
              </a:extLst>
            </p:cNvPr>
            <p:cNvSpPr/>
            <p:nvPr/>
          </p:nvSpPr>
          <p:spPr>
            <a:xfrm>
              <a:off x="1163899" y="2723107"/>
              <a:ext cx="271870" cy="216000"/>
            </a:xfrm>
            <a:prstGeom prst="rect">
              <a:avLst/>
            </a:prstGeom>
            <a:solidFill>
              <a:srgbClr val="FF004C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="horz" wrap="square" lIns="98687" tIns="49344" rIns="98687" bIns="4934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83951">
                <a:defRPr/>
              </a:pPr>
              <a:endParaRPr lang="ru-RU" sz="1944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584C360A-6C2D-8D41-8EB6-EA30ADDC367A}"/>
                </a:ext>
              </a:extLst>
            </p:cNvPr>
            <p:cNvSpPr/>
            <p:nvPr/>
          </p:nvSpPr>
          <p:spPr>
            <a:xfrm>
              <a:off x="1163899" y="5302687"/>
              <a:ext cx="271870" cy="216000"/>
            </a:xfrm>
            <a:prstGeom prst="rect">
              <a:avLst/>
            </a:prstGeom>
            <a:solidFill>
              <a:srgbClr val="FFC09C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="horz" wrap="square" lIns="98687" tIns="49344" rIns="98687" bIns="4934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83951">
                <a:defRPr/>
              </a:pPr>
              <a:endParaRPr lang="ru-RU" sz="1944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8A90B997-A561-024C-9904-2483A5E349F1}"/>
                </a:ext>
              </a:extLst>
            </p:cNvPr>
            <p:cNvSpPr/>
            <p:nvPr/>
          </p:nvSpPr>
          <p:spPr>
            <a:xfrm>
              <a:off x="1163899" y="4565667"/>
              <a:ext cx="271870" cy="216000"/>
            </a:xfrm>
            <a:prstGeom prst="rect">
              <a:avLst/>
            </a:prstGeom>
            <a:solidFill>
              <a:srgbClr val="3347F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="horz" wrap="square" lIns="98687" tIns="49344" rIns="98687" bIns="4934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83951">
                <a:defRPr/>
              </a:pPr>
              <a:endParaRPr lang="ru-RU" sz="1944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77C7D68E-1D8E-A949-ADF9-304A964B1294}"/>
                </a:ext>
              </a:extLst>
            </p:cNvPr>
            <p:cNvSpPr/>
            <p:nvPr/>
          </p:nvSpPr>
          <p:spPr>
            <a:xfrm>
              <a:off x="1163899" y="4934179"/>
              <a:ext cx="271870" cy="216000"/>
            </a:xfrm>
            <a:prstGeom prst="rect">
              <a:avLst/>
            </a:prstGeom>
            <a:solidFill>
              <a:srgbClr val="9D82EC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="horz" wrap="square" lIns="98687" tIns="49344" rIns="98687" bIns="4934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83951">
                <a:defRPr/>
              </a:pPr>
              <a:endParaRPr lang="ru-RU" sz="1944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7741B899-645E-3C42-9F47-DE502CAF5027}"/>
                </a:ext>
              </a:extLst>
            </p:cNvPr>
            <p:cNvSpPr/>
            <p:nvPr/>
          </p:nvSpPr>
          <p:spPr>
            <a:xfrm>
              <a:off x="1163899" y="3091619"/>
              <a:ext cx="271870" cy="216000"/>
            </a:xfrm>
            <a:prstGeom prst="rect">
              <a:avLst/>
            </a:prstGeom>
            <a:solidFill>
              <a:srgbClr val="04092A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="horz" wrap="square" lIns="98687" tIns="49344" rIns="98687" bIns="4934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83951">
                <a:defRPr/>
              </a:pPr>
              <a:endParaRPr lang="ru-RU" sz="1944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A11C7D55-8B47-4F42-A372-5E241AAB70C8}"/>
                </a:ext>
              </a:extLst>
            </p:cNvPr>
            <p:cNvSpPr/>
            <p:nvPr/>
          </p:nvSpPr>
          <p:spPr>
            <a:xfrm>
              <a:off x="1163899" y="3460131"/>
              <a:ext cx="271870" cy="216000"/>
            </a:xfrm>
            <a:prstGeom prst="rect">
              <a:avLst/>
            </a:prstGeom>
            <a:solidFill>
              <a:srgbClr val="243057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="horz" wrap="square" lIns="98687" tIns="49344" rIns="98687" bIns="4934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83951">
                <a:defRPr/>
              </a:pPr>
              <a:endParaRPr lang="ru-RU" sz="1944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E167E5BB-E2D9-C245-9217-5AC8F12D3340}"/>
                </a:ext>
              </a:extLst>
            </p:cNvPr>
            <p:cNvSpPr/>
            <p:nvPr/>
          </p:nvSpPr>
          <p:spPr>
            <a:xfrm>
              <a:off x="1163899" y="3828643"/>
              <a:ext cx="271870" cy="216000"/>
            </a:xfrm>
            <a:prstGeom prst="rect">
              <a:avLst/>
            </a:prstGeom>
            <a:solidFill>
              <a:srgbClr val="8B91A9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="horz" wrap="square" lIns="98687" tIns="49344" rIns="98687" bIns="4934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83951">
                <a:defRPr/>
              </a:pPr>
              <a:endParaRPr lang="ru-RU" sz="1944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" name="Прямоугольник 31">
              <a:extLst>
                <a:ext uri="{FF2B5EF4-FFF2-40B4-BE49-F238E27FC236}">
                  <a16:creationId xmlns:a16="http://schemas.microsoft.com/office/drawing/2014/main" id="{9496592E-4967-0B46-9ABF-95E242133287}"/>
                </a:ext>
              </a:extLst>
            </p:cNvPr>
            <p:cNvSpPr/>
            <p:nvPr/>
          </p:nvSpPr>
          <p:spPr>
            <a:xfrm>
              <a:off x="1163899" y="4197155"/>
              <a:ext cx="271870" cy="216000"/>
            </a:xfrm>
            <a:prstGeom prst="rect">
              <a:avLst/>
            </a:prstGeom>
            <a:solidFill>
              <a:srgbClr val="F1F5FA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="horz" wrap="square" lIns="98687" tIns="49344" rIns="98687" bIns="4934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83951">
                <a:defRPr/>
              </a:pPr>
              <a:endParaRPr lang="ru-RU" sz="1944" dirty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>
          <a:xfrm>
            <a:off x="8136072" y="6887650"/>
            <a:ext cx="2404716" cy="394244"/>
          </a:xfrm>
        </p:spPr>
        <p:txBody>
          <a:bodyPr/>
          <a:lstStyle/>
          <a:p>
            <a:pPr defTabSz="852220">
              <a:defRPr/>
            </a:pPr>
            <a:fld id="{DBA4C5F3-6FEC-46B7-8A5D-A6A8E8751F7D}" type="slidenum">
              <a:rPr lang="ru-RU" sz="1512">
                <a:solidFill>
                  <a:srgbClr val="8B91A9">
                    <a:alpha val="50000"/>
                  </a:srgbClr>
                </a:solidFill>
                <a:latin typeface="Times New Roman" pitchFamily="18" charset="0"/>
                <a:cs typeface="Times New Roman" pitchFamily="18" charset="0"/>
              </a:rPr>
              <a:pPr defTabSz="852220">
                <a:defRPr/>
              </a:pPr>
              <a:t>1</a:t>
            </a:fld>
            <a:endParaRPr lang="ru-RU" sz="1512" dirty="0">
              <a:solidFill>
                <a:srgbClr val="8B91A9">
                  <a:alpha val="50000"/>
                </a:srgb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6084AC-C776-444B-81AE-C95F64306CAC}"/>
              </a:ext>
            </a:extLst>
          </p:cNvPr>
          <p:cNvSpPr txBox="1"/>
          <p:nvPr/>
        </p:nvSpPr>
        <p:spPr>
          <a:xfrm>
            <a:off x="829691" y="188237"/>
            <a:ext cx="9348171" cy="693150"/>
          </a:xfrm>
          <a:prstGeom prst="rect">
            <a:avLst/>
          </a:prstGeom>
          <a:noFill/>
        </p:spPr>
        <p:txBody>
          <a:bodyPr wrap="square" lIns="0" tIns="38423" rIns="76839" bIns="38423" rtlCol="0">
            <a:spAutoFit/>
          </a:bodyPr>
          <a:lstStyle/>
          <a:p>
            <a:pPr algn="ctr" defTabSz="983951">
              <a:defRPr/>
            </a:pPr>
            <a:r>
              <a:rPr lang="ru-RU" sz="2000" b="1" dirty="0">
                <a:solidFill>
                  <a:srgbClr val="001648"/>
                </a:solidFill>
                <a:latin typeface="Golos Text" panose="020B0503020202020204" pitchFamily="34" charset="-52"/>
                <a:cs typeface="Golos Text" panose="020B0503020202020204" pitchFamily="34" charset="-52"/>
              </a:rPr>
              <a:t>Динамика доходности </a:t>
            </a:r>
            <a:r>
              <a:rPr lang="ru-RU" sz="2000" b="1" dirty="0" smtClean="0">
                <a:solidFill>
                  <a:srgbClr val="001648"/>
                </a:solidFill>
                <a:latin typeface="Golos Text" panose="020B0503020202020204" pitchFamily="34" charset="-52"/>
                <a:cs typeface="Golos Text" panose="020B0503020202020204" pitchFamily="34" charset="-52"/>
              </a:rPr>
              <a:t>облигаций </a:t>
            </a:r>
            <a:r>
              <a:rPr lang="ru-RU" sz="2000" b="1" dirty="0">
                <a:solidFill>
                  <a:srgbClr val="001648"/>
                </a:solidFill>
                <a:latin typeface="Golos Text" panose="020B0503020202020204" pitchFamily="34" charset="-52"/>
                <a:cs typeface="Golos Text" panose="020B0503020202020204" pitchFamily="34" charset="-52"/>
              </a:rPr>
              <a:t>федерального займа с постоянным купонным доходом (ОФЗ-ПД</a:t>
            </a:r>
            <a:r>
              <a:rPr lang="ru-RU" sz="2000" b="1" dirty="0" smtClean="0">
                <a:solidFill>
                  <a:srgbClr val="001648"/>
                </a:solidFill>
                <a:latin typeface="Golos Text" panose="020B0503020202020204" pitchFamily="34" charset="-52"/>
                <a:cs typeface="Golos Text" panose="020B0503020202020204" pitchFamily="34" charset="-52"/>
              </a:rPr>
              <a:t>) и ключевой ставки Банка России, </a:t>
            </a:r>
            <a:r>
              <a:rPr lang="ru-RU" sz="2000" i="1" dirty="0" smtClean="0">
                <a:solidFill>
                  <a:srgbClr val="001648"/>
                </a:solidFill>
                <a:latin typeface="Golos Text" panose="020B0503020202020204" pitchFamily="34" charset="-52"/>
                <a:cs typeface="Golos Text" panose="020B0503020202020204" pitchFamily="34" charset="-52"/>
              </a:rPr>
              <a:t>в %</a:t>
            </a:r>
            <a:endParaRPr lang="ru-RU" altLang="ru-RU" sz="2400" i="1" dirty="0">
              <a:solidFill>
                <a:srgbClr val="001648"/>
              </a:solidFill>
              <a:latin typeface="Golos Text" panose="020B0503020202020204" pitchFamily="34" charset="-52"/>
              <a:cs typeface="Golos Text" panose="020B0503020202020204" pitchFamily="34" charset="-52"/>
            </a:endParaRPr>
          </a:p>
        </p:txBody>
      </p:sp>
      <p:sp>
        <p:nvSpPr>
          <p:cNvPr id="3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5374" y="7016259"/>
            <a:ext cx="8276652" cy="357254"/>
          </a:xfrm>
        </p:spPr>
        <p:txBody>
          <a:bodyPr/>
          <a:lstStyle/>
          <a:p>
            <a:pPr algn="l"/>
            <a:r>
              <a:rPr lang="ru-RU" sz="1200" dirty="0" smtClean="0">
                <a:solidFill>
                  <a:srgbClr val="04092A">
                    <a:tint val="75000"/>
                  </a:srgbClr>
                </a:solidFill>
                <a:latin typeface="Golos Text" panose="020B0503020202020204" pitchFamily="34" charset="-52"/>
                <a:ea typeface="Times New Roman" panose="02020603050405020304" pitchFamily="18" charset="0"/>
                <a:cs typeface="Golos Text" panose="020B0503020202020204" pitchFamily="34" charset="-52"/>
              </a:rPr>
              <a:t>Заключение </a:t>
            </a:r>
            <a:r>
              <a:rPr lang="ru-RU" sz="1200" dirty="0">
                <a:solidFill>
                  <a:srgbClr val="04092A">
                    <a:tint val="75000"/>
                  </a:srgbClr>
                </a:solidFill>
                <a:latin typeface="Golos Text" panose="020B0503020202020204" pitchFamily="34" charset="-52"/>
                <a:ea typeface="Times New Roman" panose="02020603050405020304" pitchFamily="18" charset="0"/>
                <a:cs typeface="Golos Text" panose="020B0503020202020204" pitchFamily="34" charset="-52"/>
              </a:rPr>
              <a:t>Счетной </a:t>
            </a:r>
            <a:r>
              <a:rPr lang="ru-RU" sz="1200" dirty="0" smtClean="0">
                <a:solidFill>
                  <a:srgbClr val="04092A">
                    <a:tint val="75000"/>
                  </a:srgbClr>
                </a:solidFill>
                <a:latin typeface="Golos Text" panose="020B0503020202020204" pitchFamily="34" charset="-52"/>
                <a:ea typeface="Times New Roman" panose="02020603050405020304" pitchFamily="18" charset="0"/>
                <a:cs typeface="Golos Text" panose="020B0503020202020204" pitchFamily="34" charset="-52"/>
              </a:rPr>
              <a:t>палаты Российской Федерации </a:t>
            </a:r>
            <a:r>
              <a:rPr lang="ru-RU" sz="1200" dirty="0">
                <a:solidFill>
                  <a:srgbClr val="04092A">
                    <a:tint val="75000"/>
                  </a:srgbClr>
                </a:solidFill>
                <a:latin typeface="Golos Text" panose="020B0503020202020204" pitchFamily="34" charset="-52"/>
                <a:ea typeface="Times New Roman" panose="02020603050405020304" pitchFamily="18" charset="0"/>
                <a:cs typeface="Golos Text" panose="020B0503020202020204" pitchFamily="34" charset="-52"/>
              </a:rPr>
              <a:t>на отчет </a:t>
            </a:r>
            <a:r>
              <a:rPr lang="ru-RU" sz="1200" dirty="0" smtClean="0">
                <a:solidFill>
                  <a:srgbClr val="04092A">
                    <a:tint val="75000"/>
                  </a:srgbClr>
                </a:solidFill>
                <a:latin typeface="Golos Text" panose="020B0503020202020204" pitchFamily="34" charset="-52"/>
                <a:ea typeface="Times New Roman" panose="02020603050405020304" pitchFamily="18" charset="0"/>
                <a:cs typeface="Golos Text" panose="020B0503020202020204" pitchFamily="34" charset="-52"/>
              </a:rPr>
              <a:t>об </a:t>
            </a:r>
            <a:r>
              <a:rPr lang="ru-RU" sz="1200" dirty="0">
                <a:solidFill>
                  <a:srgbClr val="04092A">
                    <a:tint val="75000"/>
                  </a:srgbClr>
                </a:solidFill>
                <a:latin typeface="Golos Text" panose="020B0503020202020204" pitchFamily="34" charset="-52"/>
                <a:ea typeface="Times New Roman" panose="02020603050405020304" pitchFamily="18" charset="0"/>
                <a:cs typeface="Golos Text" panose="020B0503020202020204" pitchFamily="34" charset="-52"/>
              </a:rPr>
              <a:t>исполнении </a:t>
            </a:r>
            <a:r>
              <a:rPr lang="ru-RU" sz="1200" dirty="0" smtClean="0">
                <a:solidFill>
                  <a:srgbClr val="04092A">
                    <a:tint val="75000"/>
                  </a:srgbClr>
                </a:solidFill>
                <a:latin typeface="Golos Text" panose="020B0503020202020204" pitchFamily="34" charset="-52"/>
                <a:ea typeface="Times New Roman" panose="02020603050405020304" pitchFamily="18" charset="0"/>
                <a:cs typeface="Golos Text" panose="020B0503020202020204" pitchFamily="34" charset="-52"/>
              </a:rPr>
              <a:t>федерального </a:t>
            </a:r>
            <a:r>
              <a:rPr lang="ru-RU" sz="1200" dirty="0">
                <a:solidFill>
                  <a:srgbClr val="04092A">
                    <a:tint val="75000"/>
                  </a:srgbClr>
                </a:solidFill>
                <a:latin typeface="Golos Text" panose="020B0503020202020204" pitchFamily="34" charset="-52"/>
                <a:ea typeface="Times New Roman" panose="02020603050405020304" pitchFamily="18" charset="0"/>
                <a:cs typeface="Golos Text" panose="020B0503020202020204" pitchFamily="34" charset="-52"/>
              </a:rPr>
              <a:t>бюджета за </a:t>
            </a:r>
            <a:r>
              <a:rPr lang="ru-RU" sz="1200" dirty="0" smtClean="0">
                <a:solidFill>
                  <a:srgbClr val="04092A">
                    <a:tint val="75000"/>
                  </a:srgbClr>
                </a:solidFill>
                <a:latin typeface="Golos Text" panose="020B0503020202020204" pitchFamily="34" charset="-52"/>
                <a:ea typeface="Times New Roman" panose="02020603050405020304" pitchFamily="18" charset="0"/>
                <a:cs typeface="Golos Text" panose="020B0503020202020204" pitchFamily="34" charset="-52"/>
              </a:rPr>
              <a:t>2025 год</a:t>
            </a:r>
            <a:endParaRPr lang="ru-RU" sz="1200" dirty="0">
              <a:solidFill>
                <a:srgbClr val="04092A">
                  <a:tint val="75000"/>
                </a:srgbClr>
              </a:solidFill>
              <a:latin typeface="Golos Text" panose="020B0503020202020204" pitchFamily="34" charset="-52"/>
              <a:cs typeface="Golos Text" panose="020B0503020202020204" pitchFamily="34" charset="-52"/>
            </a:endParaRPr>
          </a:p>
        </p:txBody>
      </p:sp>
      <p:graphicFrame>
        <p:nvGraphicFramePr>
          <p:cNvPr id="36" name="Диаграмма 3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5559196"/>
              </p:ext>
            </p:extLst>
          </p:nvPr>
        </p:nvGraphicFramePr>
        <p:xfrm>
          <a:off x="305374" y="1009997"/>
          <a:ext cx="9989001" cy="54596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31358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3_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Стандартная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4442</TotalTime>
  <Words>65</Words>
  <Application>Microsoft Office PowerPoint</Application>
  <PresentationFormat>Произвольный</PresentationFormat>
  <Paragraphs>35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Golos Text</vt:lpstr>
      <vt:lpstr>Times New Roman</vt:lpstr>
      <vt:lpstr>33_Тема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Мажаров Роман Геннадиевич</dc:creator>
  <cp:lastModifiedBy>Виноградов Павел Владимирович</cp:lastModifiedBy>
  <cp:revision>475</cp:revision>
  <cp:lastPrinted>2026-06-19T13:52:19Z</cp:lastPrinted>
  <dcterms:created xsi:type="dcterms:W3CDTF">2026-04-10T12:16:48Z</dcterms:created>
  <dcterms:modified xsi:type="dcterms:W3CDTF">2026-06-19T14:42:02Z</dcterms:modified>
</cp:coreProperties>
</file>